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FIFA 2026 World Cup Prediction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project predicts potential winners and top-performing teams for the FIFA World Cup 2026.</a:t>
            </a:r>
          </a:p>
          <a:p>
            <a:pPr>
              <a:defRPr sz="1800"/>
            </a:pPr>
            <a:r>
              <a:t>Machine learning and data analytics were used to analyze historical World Cup data from 2000 to 2022.</a:t>
            </a:r>
          </a:p>
          <a:p>
            <a:pPr>
              <a:defRPr sz="1800"/>
            </a:pPr>
            <a:r>
              <a:t>The goal is to understand which teams have the highest chances based on past performance and consistency.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Sources:</a:t>
            </a:r>
          </a:p>
          <a:p>
            <a:pPr>
              <a:defRPr sz="1800"/>
            </a:pPr>
            <a:r>
              <a:t>• Kaggle – FIFA World Cup Historical Data: https://www.kaggle.com/datasets/abecklas/fifa-world-cup</a:t>
            </a:r>
          </a:p>
          <a:p>
            <a:pPr>
              <a:defRPr sz="1800"/>
            </a:pPr>
            <a:r>
              <a:t>• Kaggle – FIFA World Cup 2022 Dataset: https://www.kaggle.com/datasets/rajatrc1705/fifa-world-cup-2022-dataset</a:t>
            </a:r>
          </a:p>
          <a:p>
            <a:pPr>
              <a:defRPr sz="1800"/>
            </a:pPr>
            <a:r>
              <a:t>• FIFA Official Statistics: https://www.fifa.com/worldcup/statistics/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Data Includes:</a:t>
            </a:r>
          </a:p>
          <a:p>
            <a:pPr>
              <a:defRPr sz="1800"/>
            </a:pPr>
            <a:r>
              <a:t>• Match results, goals, assists, possession, and cards (2000–2022)</a:t>
            </a:r>
          </a:p>
          <a:p>
            <a:pPr>
              <a:defRPr sz="1800"/>
            </a:pPr>
            <a:r>
              <a:t>• Team win rates and tournament history</a:t>
            </a:r>
          </a:p>
          <a:p>
            <a:pPr>
              <a:defRPr sz="1800"/>
            </a:pPr>
            <a:r>
              <a:t>• Player-level data such as goals scored and appearances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Before modeling, data was cleaned and standardized:</a:t>
            </a:r>
          </a:p>
          <a:p>
            <a:pPr>
              <a:defRPr sz="1800"/>
            </a:pPr>
            <a:r>
              <a:t>• Removed missing or duplicate rows</a:t>
            </a:r>
          </a:p>
          <a:p>
            <a:pPr>
              <a:defRPr sz="1800"/>
            </a:pPr>
            <a:r>
              <a:t>• Filled missing values using team averages</a:t>
            </a:r>
          </a:p>
          <a:p>
            <a:pPr>
              <a:defRPr sz="1800"/>
            </a:pPr>
            <a:r>
              <a:t>• Standardized inconsistent team names (e.g., 'USA' vs 'United States')</a:t>
            </a:r>
          </a:p>
          <a:p>
            <a:pPr>
              <a:defRPr sz="1800"/>
            </a:pPr>
            <a:r>
              <a:t>• Normalized numerical columns like goals and win rates between 0 and 1</a:t>
            </a:r>
          </a:p>
          <a:p>
            <a:pPr>
              <a:defRPr sz="1800"/>
            </a:pPr>
            <a:r>
              <a:t>• Encoded categorical variables (Win=1, Draw=0.5, Loss=0)</a:t>
            </a:r>
          </a:p>
          <a:p>
            <a:pPr>
              <a:defRPr sz="1800"/>
            </a:pPr>
            <a:r>
              <a:t>• Added new calculated fields such as Goal Difference and Win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Methodology &amp; Formulae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 Equal Probability Predictor was created to estimate winning chances.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Mathematical Formula:</a:t>
            </a:r>
          </a:p>
          <a:p>
            <a:pPr>
              <a:defRPr sz="1800"/>
            </a:pPr>
            <a:r>
              <a:t>Probability(Team) = Base Probability × Performance Weight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Where:</a:t>
            </a:r>
          </a:p>
          <a:p>
            <a:pPr>
              <a:defRPr sz="1800"/>
            </a:pPr>
            <a:r>
              <a:t>• Base Probability = 0.75 for top 5 teams</a:t>
            </a:r>
          </a:p>
          <a:p>
            <a:pPr>
              <a:defRPr sz="1800"/>
            </a:pPr>
            <a:r>
              <a:t>• Performance Weight is derived from win rate, finals, and semi-final appearances.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Higher-ranked teams like Brazil and Argentina receive stronger probabilities.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🏆 Predicted Winner: Brazil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Top 8 Teams:</a:t>
            </a:r>
          </a:p>
          <a:p>
            <a:pPr>
              <a:defRPr sz="1800"/>
            </a:pPr>
            <a:r>
              <a:t>1. Brazil</a:t>
            </a:r>
          </a:p>
          <a:p>
            <a:pPr>
              <a:defRPr sz="1800"/>
            </a:pPr>
            <a:r>
              <a:t>2. Argentina</a:t>
            </a:r>
          </a:p>
          <a:p>
            <a:pPr>
              <a:defRPr sz="1800"/>
            </a:pPr>
            <a:r>
              <a:t>3. France</a:t>
            </a:r>
          </a:p>
          <a:p>
            <a:pPr>
              <a:defRPr sz="1800"/>
            </a:pPr>
            <a:r>
              <a:t>4. Germany</a:t>
            </a:r>
          </a:p>
          <a:p>
            <a:pPr>
              <a:defRPr sz="1800"/>
            </a:pPr>
            <a:r>
              <a:t>5. Spain</a:t>
            </a:r>
          </a:p>
          <a:p>
            <a:pPr>
              <a:defRPr sz="1800"/>
            </a:pPr>
            <a:r>
              <a:t>6. England</a:t>
            </a:r>
          </a:p>
          <a:p>
            <a:pPr>
              <a:defRPr sz="1800"/>
            </a:pPr>
            <a:r>
              <a:t>7. Italy</a:t>
            </a:r>
          </a:p>
          <a:p>
            <a:pPr>
              <a:defRPr sz="1800"/>
            </a:pPr>
            <a:r>
              <a:t>8. Netherlands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Conclusion:</a:t>
            </a:r>
          </a:p>
          <a:p>
            <a:pPr>
              <a:defRPr sz="1800"/>
            </a:pPr>
            <a:r>
              <a:t>The model identifies Brazil as the strongest contender for the 2026 World Cup based on consistent historical performance.</a:t>
            </a:r>
          </a:p>
          <a:p>
            <a:pPr>
              <a:defRPr sz="1800"/>
            </a:pPr>
            <a:r>
              <a:t>Data-driven approaches help provide realistic insights into team performance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9380-D4A1-23EB-1ABC-003C150C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39D41D-0E86-2446-3E60-F42D12150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98428"/>
            <a:ext cx="8229600" cy="29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6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6549EB-92F2-E8CC-756A-A1674127B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23479"/>
            <a:ext cx="8229600" cy="267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06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375</Words>
  <Application>Microsoft Office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FIFA 2026 World Cup Prediction Project</vt:lpstr>
      <vt:lpstr>Data Collection</vt:lpstr>
      <vt:lpstr>Data Cleaning and Preparation</vt:lpstr>
      <vt:lpstr>Prediction Methodology &amp; Formulae</vt:lpstr>
      <vt:lpstr>Results and Conclusion</vt:lpstr>
      <vt:lpstr>Graphs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 V Rishi</dc:creator>
  <cp:keywords/>
  <dc:description>generated using python-pptx</dc:description>
  <cp:lastModifiedBy>yv rishi</cp:lastModifiedBy>
  <cp:revision>2</cp:revision>
  <dcterms:created xsi:type="dcterms:W3CDTF">2013-01-27T09:14:16Z</dcterms:created>
  <dcterms:modified xsi:type="dcterms:W3CDTF">2025-11-08T13:38:36Z</dcterms:modified>
  <cp:category/>
</cp:coreProperties>
</file>